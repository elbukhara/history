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23.10.2023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История Ирана после </a:t>
            </a:r>
            <a:r>
              <a:rPr lang="en-US" dirty="0" smtClean="0"/>
              <a:t>II </a:t>
            </a:r>
            <a:r>
              <a:rPr lang="ru-RU" dirty="0" smtClean="0"/>
              <a:t>мировой войны. Деколонизация и путь развития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Презентация по истории</a:t>
            </a:r>
          </a:p>
          <a:p>
            <a:r>
              <a:rPr lang="ru-RU" dirty="0" smtClean="0"/>
              <a:t>Сделано Гиязовым Шахзодом </a:t>
            </a:r>
          </a:p>
          <a:p>
            <a:r>
              <a:rPr lang="ru-RU" dirty="0" smtClean="0"/>
              <a:t>11 «А» класса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1066800"/>
          </a:xfrm>
        </p:spPr>
        <p:txBody>
          <a:bodyPr/>
          <a:lstStyle/>
          <a:p>
            <a:r>
              <a:rPr lang="ru-RU" dirty="0" smtClean="0"/>
              <a:t>Революция Ирана в ХХ веке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788610"/>
          </a:xfrm>
        </p:spPr>
        <p:txBody>
          <a:bodyPr/>
          <a:lstStyle/>
          <a:p>
            <a:pPr algn="ctr">
              <a:buNone/>
            </a:pPr>
            <a:r>
              <a:rPr lang="ru-RU" i="1" dirty="0" smtClean="0"/>
              <a:t>Основные ветви революций:</a:t>
            </a:r>
          </a:p>
          <a:p>
            <a:pPr algn="ctr">
              <a:buNone/>
            </a:pPr>
            <a:endParaRPr lang="ru-RU" dirty="0" smtClean="0"/>
          </a:p>
          <a:p>
            <a:pPr algn="ctr">
              <a:buNone/>
            </a:pPr>
            <a:endParaRPr lang="ru-RU" dirty="0" smtClean="0"/>
          </a:p>
          <a:p>
            <a:r>
              <a:rPr lang="ru-RU" dirty="0" smtClean="0"/>
              <a:t>Модернизация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Исламский Консерватизм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66800"/>
          </a:xfrm>
        </p:spPr>
        <p:txBody>
          <a:bodyPr/>
          <a:lstStyle/>
          <a:p>
            <a:r>
              <a:rPr lang="ru-RU" dirty="0" smtClean="0"/>
              <a:t>Период с 1951-1953 годы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4325112"/>
          </a:xfrm>
        </p:spPr>
        <p:txBody>
          <a:bodyPr/>
          <a:lstStyle/>
          <a:p>
            <a:r>
              <a:rPr lang="ru-RU" dirty="0" smtClean="0"/>
              <a:t>Национализация Нефтяной промышленности</a:t>
            </a:r>
          </a:p>
          <a:p>
            <a:r>
              <a:rPr lang="ru-RU" dirty="0" smtClean="0"/>
              <a:t>Кризис </a:t>
            </a:r>
            <a:r>
              <a:rPr lang="en-US" dirty="0" smtClean="0"/>
              <a:t> </a:t>
            </a:r>
            <a:r>
              <a:rPr lang="ru-RU" dirty="0" smtClean="0"/>
              <a:t>Мохаммеда </a:t>
            </a:r>
            <a:r>
              <a:rPr lang="ru-RU" dirty="0" err="1" smtClean="0"/>
              <a:t>Мосаддыка</a:t>
            </a:r>
            <a:endParaRPr lang="ru-RU" dirty="0" smtClean="0"/>
          </a:p>
          <a:p>
            <a:r>
              <a:rPr lang="ru-RU" dirty="0" smtClean="0"/>
              <a:t>Конфликт Ирана и Великобритании</a:t>
            </a:r>
            <a:endParaRPr lang="ru-RU" dirty="0"/>
          </a:p>
        </p:txBody>
      </p:sp>
      <p:pic>
        <p:nvPicPr>
          <p:cNvPr id="4" name="Рисунок 3" descr="gettyimages-3271378_custom-2805d4ace4c0b69762287f95033a4264cb0af2c7-s800-c85-697x1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3857628"/>
            <a:ext cx="1714512" cy="2518881"/>
          </a:xfrm>
          <a:prstGeom prst="rect">
            <a:avLst/>
          </a:prstGeom>
        </p:spPr>
      </p:pic>
      <p:pic>
        <p:nvPicPr>
          <p:cNvPr id="5" name="Рисунок 4" descr="34101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3857628"/>
            <a:ext cx="3881438" cy="2587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66800"/>
          </a:xfrm>
        </p:spPr>
        <p:txBody>
          <a:bodyPr/>
          <a:lstStyle/>
          <a:p>
            <a:r>
              <a:rPr lang="ru-RU" dirty="0" smtClean="0"/>
              <a:t>«Белая революция»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5002924"/>
          </a:xfrm>
        </p:spPr>
        <p:txBody>
          <a:bodyPr/>
          <a:lstStyle/>
          <a:p>
            <a:r>
              <a:rPr lang="ru-RU" dirty="0" smtClean="0"/>
              <a:t>Мохаммед </a:t>
            </a:r>
            <a:r>
              <a:rPr lang="ru-RU" dirty="0" smtClean="0"/>
              <a:t>Рез Пехлеви </a:t>
            </a:r>
          </a:p>
          <a:p>
            <a:r>
              <a:rPr lang="ru-RU" dirty="0" smtClean="0"/>
              <a:t>Модернизация</a:t>
            </a:r>
          </a:p>
          <a:p>
            <a:r>
              <a:rPr lang="ru-RU" dirty="0" smtClean="0"/>
              <a:t>Промышленная индустриализация </a:t>
            </a:r>
          </a:p>
          <a:p>
            <a:r>
              <a:rPr lang="ru-RU" dirty="0" smtClean="0"/>
              <a:t>Укрепление Экономических и Политических отраслей </a:t>
            </a:r>
            <a:endParaRPr lang="ru-RU" dirty="0"/>
          </a:p>
        </p:txBody>
      </p:sp>
      <p:pic>
        <p:nvPicPr>
          <p:cNvPr id="4" name="Рисунок 3" descr="AP_5403180101-pic905-895x505-73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22" y="3929066"/>
            <a:ext cx="4643470" cy="2614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66800"/>
          </a:xfrm>
        </p:spPr>
        <p:txBody>
          <a:bodyPr/>
          <a:lstStyle/>
          <a:p>
            <a:r>
              <a:rPr lang="ru-RU" dirty="0" smtClean="0"/>
              <a:t>Возвращение к Исламу 1975 г.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5002924"/>
          </a:xfrm>
        </p:spPr>
        <p:txBody>
          <a:bodyPr/>
          <a:lstStyle/>
          <a:p>
            <a:r>
              <a:rPr lang="ru-RU" dirty="0" smtClean="0"/>
              <a:t>Возмущение и требования населени</a:t>
            </a:r>
            <a:r>
              <a:rPr lang="ru-RU" dirty="0" smtClean="0"/>
              <a:t>я</a:t>
            </a:r>
            <a:endParaRPr lang="ru-RU" dirty="0" smtClean="0"/>
          </a:p>
          <a:p>
            <a:r>
              <a:rPr lang="ru-RU" dirty="0" smtClean="0"/>
              <a:t>Социальной справедливости</a:t>
            </a:r>
          </a:p>
          <a:p>
            <a:r>
              <a:rPr lang="ru-RU" dirty="0" smtClean="0"/>
              <a:t>Свободы</a:t>
            </a:r>
          </a:p>
          <a:p>
            <a:r>
              <a:rPr lang="ru-RU" dirty="0" smtClean="0"/>
              <a:t>Сохранение роли Ислама</a:t>
            </a:r>
          </a:p>
        </p:txBody>
      </p:sp>
      <p:pic>
        <p:nvPicPr>
          <p:cNvPr id="4" name="Рисунок 3" descr="Mass_demonstration_in_Iran,_date_unkn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3786190"/>
            <a:ext cx="3786214" cy="2579358"/>
          </a:xfrm>
          <a:prstGeom prst="rect">
            <a:avLst/>
          </a:prstGeom>
        </p:spPr>
      </p:pic>
      <p:pic>
        <p:nvPicPr>
          <p:cNvPr id="6" name="Рисунок 5" descr="downl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2" y="3786190"/>
            <a:ext cx="3886228" cy="2643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66800"/>
          </a:xfrm>
        </p:spPr>
        <p:txBody>
          <a:bodyPr/>
          <a:lstStyle/>
          <a:p>
            <a:r>
              <a:rPr lang="ru-RU" dirty="0" smtClean="0"/>
              <a:t>Период с 1980 – 1988 годы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788610"/>
          </a:xfrm>
        </p:spPr>
        <p:txBody>
          <a:bodyPr/>
          <a:lstStyle/>
          <a:p>
            <a:r>
              <a:rPr lang="ru-RU" dirty="0" err="1" smtClean="0"/>
              <a:t>Ирако</a:t>
            </a:r>
            <a:r>
              <a:rPr lang="ru-RU" dirty="0" smtClean="0"/>
              <a:t> - Иранская война</a:t>
            </a:r>
          </a:p>
          <a:p>
            <a:r>
              <a:rPr lang="ru-RU" dirty="0" smtClean="0"/>
              <a:t>Освобождение экономики и общества от ограничений запретов</a:t>
            </a:r>
          </a:p>
          <a:p>
            <a:r>
              <a:rPr lang="ru-RU" dirty="0" smtClean="0"/>
              <a:t>Сторонник </a:t>
            </a:r>
            <a:r>
              <a:rPr lang="ru-RU" dirty="0" smtClean="0"/>
              <a:t>либерализации </a:t>
            </a:r>
            <a:r>
              <a:rPr lang="ru-RU" dirty="0" smtClean="0"/>
              <a:t>- Мохаммед Хатами</a:t>
            </a:r>
            <a:endParaRPr lang="ru-RU" dirty="0"/>
          </a:p>
        </p:txBody>
      </p:sp>
      <p:pic>
        <p:nvPicPr>
          <p:cNvPr id="4" name="Рисунок 3" descr="050053057057050049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2" y="4000504"/>
            <a:ext cx="4071966" cy="2608922"/>
          </a:xfrm>
          <a:prstGeom prst="rect">
            <a:avLst/>
          </a:prstGeom>
        </p:spPr>
      </p:pic>
      <p:pic>
        <p:nvPicPr>
          <p:cNvPr id="6" name="Рисунок 5" descr="Mohammad_Khatami_-_December_11,_2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28" y="4286256"/>
            <a:ext cx="2286016" cy="2428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Шиитское духовенство и конфликт с Западом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85926"/>
            <a:ext cx="4972056" cy="5072074"/>
          </a:xfrm>
        </p:spPr>
        <p:txBody>
          <a:bodyPr>
            <a:normAutofit/>
          </a:bodyPr>
          <a:lstStyle/>
          <a:p>
            <a:r>
              <a:rPr lang="ru-RU" dirty="0" smtClean="0"/>
              <a:t>Ограничение </a:t>
            </a:r>
            <a:r>
              <a:rPr lang="ru-RU" dirty="0" smtClean="0"/>
              <a:t>участия реформаторов в </a:t>
            </a:r>
            <a:r>
              <a:rPr lang="ru-RU" dirty="0" smtClean="0"/>
              <a:t>выборах</a:t>
            </a:r>
          </a:p>
          <a:p>
            <a:r>
              <a:rPr lang="ru-RU" dirty="0" smtClean="0"/>
              <a:t>К власти в 2005 г. пришли консервативные </a:t>
            </a:r>
            <a:r>
              <a:rPr lang="ru-RU" dirty="0" smtClean="0"/>
              <a:t>силы</a:t>
            </a:r>
          </a:p>
          <a:p>
            <a:r>
              <a:rPr lang="ru-RU" dirty="0" smtClean="0"/>
              <a:t>Отказа от </a:t>
            </a:r>
            <a:r>
              <a:rPr lang="ru-RU" dirty="0" smtClean="0"/>
              <a:t>подписанных ранее соглашений по контролю над своей ядерной </a:t>
            </a:r>
            <a:r>
              <a:rPr lang="ru-RU" dirty="0" smtClean="0"/>
              <a:t>программой</a:t>
            </a:r>
          </a:p>
          <a:p>
            <a:r>
              <a:rPr lang="ru-RU" dirty="0" smtClean="0"/>
              <a:t>Приватизация </a:t>
            </a:r>
            <a:r>
              <a:rPr lang="ru-RU" dirty="0" smtClean="0"/>
              <a:t>государственной собственности</a:t>
            </a:r>
            <a:endParaRPr lang="ru-RU" dirty="0"/>
          </a:p>
        </p:txBody>
      </p:sp>
      <p:pic>
        <p:nvPicPr>
          <p:cNvPr id="4" name="Рисунок 3" descr="загрузк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60" y="1928802"/>
            <a:ext cx="2585024" cy="1928826"/>
          </a:xfrm>
          <a:prstGeom prst="rect">
            <a:avLst/>
          </a:prstGeom>
        </p:spPr>
      </p:pic>
      <p:pic>
        <p:nvPicPr>
          <p:cNvPr id="5" name="Рисунок 4" descr="shutterstock_157074749-pic_32ratio_1200x800-1200x800-8828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43570" y="4429132"/>
            <a:ext cx="3328998" cy="2219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66800"/>
          </a:xfrm>
        </p:spPr>
        <p:txBody>
          <a:bodyPr/>
          <a:lstStyle/>
          <a:p>
            <a:r>
              <a:rPr lang="ru-RU" dirty="0" smtClean="0"/>
              <a:t>Период 2013 - нынешние дни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931486"/>
          </a:xfrm>
        </p:spPr>
        <p:txBody>
          <a:bodyPr/>
          <a:lstStyle/>
          <a:p>
            <a:r>
              <a:rPr lang="ru-RU" dirty="0" smtClean="0"/>
              <a:t>Иран подписал соглашение об ограничении своей ядерной программы исключительно мирными целями и согласился с контролем над ней международных организаций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 2016 г. многие санкции были сняты.</a:t>
            </a:r>
          </a:p>
          <a:p>
            <a:r>
              <a:rPr lang="ru-RU" dirty="0" smtClean="0"/>
              <a:t>Поддержка Ирана Палестине в войне с </a:t>
            </a:r>
            <a:r>
              <a:rPr lang="ru-RU" dirty="0" err="1" smtClean="0"/>
              <a:t>Израилью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96</TotalTime>
  <Words>176</Words>
  <PresentationFormat>Экран (4:3)</PresentationFormat>
  <Paragraphs>38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Городская</vt:lpstr>
      <vt:lpstr>История Ирана после II мировой войны. Деколонизация и путь развития</vt:lpstr>
      <vt:lpstr>Революция Ирана в ХХ веке</vt:lpstr>
      <vt:lpstr>Период с 1951-1953 годы</vt:lpstr>
      <vt:lpstr>«Белая революция»</vt:lpstr>
      <vt:lpstr>Возвращение к Исламу 1975 г.</vt:lpstr>
      <vt:lpstr>Период с 1980 – 1988 годы</vt:lpstr>
      <vt:lpstr>Шиитское духовенство и конфликт с Западом</vt:lpstr>
      <vt:lpstr>Период 2013 - нынешние дни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Ирана после II мировой войны. Деколонизация и путь развития</dc:title>
  <dc:creator>Sony</dc:creator>
  <cp:lastModifiedBy>Sony</cp:lastModifiedBy>
  <cp:revision>7</cp:revision>
  <dcterms:created xsi:type="dcterms:W3CDTF">2023-10-23T18:02:12Z</dcterms:created>
  <dcterms:modified xsi:type="dcterms:W3CDTF">2023-10-23T19:49:11Z</dcterms:modified>
</cp:coreProperties>
</file>